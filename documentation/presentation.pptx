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FreshCheck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EC0"/>
                </a:solidFill>
              </a:rPr>
              <a:t>Fruits &amp; Vegetables Freshness Detection System
Final Year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EC0"/>
                </a:solidFill>
              </a:rPr>
              <a:t>FreshCheck AI System  |  March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Introduction &amp; Problem Statement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Objectives &amp; Scope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System Architecture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Technologies Used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Module 1 — Camera Motion Detection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Module 2 — Image Capture Optimization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Module 3 — Video Quality Analysis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Module 4 — Object Detection from Video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Implementation &amp; UI Screens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Results &amp; Performance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Advantages, Applications &amp; Limitations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Future Scope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AI-based system for detecting freshness of fruits &amp; vegetables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Addresses global food waste — 1/3 of food wasted annually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Traditional inspection is slow, subjective, and inconsistent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FreshCheck automates quality assessment using deep learning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Works entirely in a web browser — no special hardware needed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Three modes: Image Upload • Live Camera • Video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Manual freshness inspection is unreliable and time-consuming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Existing AI solutions require expensive specialised hardware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No affordable real-time multi-modal platform exists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Standard apps lack 360° camera and video analysis features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Models trained on narrow datasets fail on diverse produce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Goal: Build an accurate, accessible, real-time detection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Train model with ≥95% validation accuracy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Build a real-time REST API for instant predictions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Implement 360° camera with motion auto-capture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Create video upload + quality analysis pipeline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Detect fresh/rotten produce frame-by-frame in videos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Design a premium responsive web interface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Provide quality grades (A–F) and actionable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React.js Frontend (SPA)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6 pages: Home, Detect, Camera, Video, About, Contact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Drag-and-drop image upload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Live webcam with rotation &amp; zoom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Motion auto-capture capability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Video drag-and-drop analyzer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1097280"/>
            <a:ext cx="27432" cy="4572000"/>
          </a:xfrm>
          <a:prstGeom prst="rect">
            <a:avLst/>
          </a:prstGeom>
          <a:solidFill>
            <a:srgbClr val="33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Python Flask Backend API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5 REST endpoints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TensorFlow MobileNetV2 model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OpenCV video processing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Confidence thresholding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Quality grade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EC0"/>
                </a:solidFill>
              </a:rPr>
              <a:t>Three-Tier Architecture:
1. PRESENTATION TIER
   • React.js + Vite SPA
   • Communicates via HTTP Fetch API
2. APPLICATION TIER
   • Flask REST API (port 5000)
   • OpenCV, Pillow image processing
   • Model inference engine
3. DATA / MODEL TIER
   • MobileNetV2 model (.h5)
   • 29,000 image dataset
   • class_indices.json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React.js + Vite 7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CSS3 Glassmorphism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Framer Motion (animations)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JavaScript ES2023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React Router DOM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Fetch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1097280"/>
            <a:ext cx="27432" cy="4572000"/>
          </a:xfrm>
          <a:prstGeom prst="rect">
            <a:avLst/>
          </a:prstGeom>
          <a:solidFill>
            <a:srgbClr val="33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Python Flask 3.0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TensorFlow 2.15 / Keras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MobileNetV2 (ImageNet)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OpenCV 4.8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NumPy + Pillow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Node.js 18 / Python 3.13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Module 1 — Camera Motion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Frame differencing at 10 FPS using off-screen 160×120 canvas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Converts frames to grayscale, computes pixel-by-pixel absolute diff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Average diff &lt; 8 units = stable frame detected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Auto-captures after 5 consecutive stable frames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3-second cooldown prevents capture spam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Live motion bar: green (stable) → red (moving)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Status messages guide user ('Hold still to capture')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Module 1 — Motion Detection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EC0"/>
                </a:solidFill>
              </a:rPr>
              <a:t>Algorithm Steps:
1. Capture frame at 100ms intervals (10 FPS)
2. Draw frame onto 160×120 canvas
3. Read pixel data (RGBA array)
4. Convert to grayscale: g = 0.299R + 0.587G + 0.114B
5. Compute |current_gray - previous_gray| per pixel
6. Average diff = Σ|diff| / pixel_count
7. If avg_diff &lt; 8 → stable_count++
8. If stable_count ≥ 5 → AUTO CAPTURE
9. Reset stable_count on motion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Module 2 — Image Capture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Full camera resolution capture (up to 1280×720)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Canvas-based rotation transform applied before encoding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360° rotation with preset angles: 0°, 90°, 180°, 270°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Zoom support: CSS scale + canvas transform (0.5× – 3×)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JPEG encoding at 85% quality (optimal quality/size ratio)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Front/rear camera flip support (facingMode toggle)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Lazy encoding — frame only encoded when capture is triggered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Module 3 — Video Quality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Backend endpoint: POST /video-analyze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OpenCV reads video file from temporary disk path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Samples up to 30 evenly-spaced frames from full video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Sharpness: Laplacian variance (threshold &gt; 80)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Brightness: Mean grayscale value (threshold: 40–220)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Stability: Inter-frame mean abs diff (threshold &lt; 30)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Quality Score: 0–3 → Score ≥ 2 = GOOD, else BAD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Module 3 — Quality Metrics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SHARPNESS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Metric: Laplacian variance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Pass threshold: &gt; 80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Low = blurry image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FFFFF"/>
                </a:solidFill>
              </a:rPr>
              <a:t>•  High = sharp, clear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1097280"/>
            <a:ext cx="27432" cy="4572000"/>
          </a:xfrm>
          <a:prstGeom prst="rect">
            <a:avLst/>
          </a:prstGeom>
          <a:solidFill>
            <a:srgbClr val="33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BRIGHTNESS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Metric: Mean gray value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Pass range: 40 – 220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&lt; 40 = too dark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A0AEC0"/>
                </a:solidFill>
              </a:rPr>
              <a:t>•  &gt; 220 = overexposed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Module 4 — Object Detection from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Backend endpoint: POST /video-detect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Samples up to 20 frames from uploaded video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Each frame preprocessed: resize to 224×224, normalize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FreshCheck model predicts fresh or rotten per frame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Tallies fresh frame count and rotten frame count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Overall freshness % = (fresh frames / total) × 100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Results shown as detected items with count, grade, icon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Module 4 — Detection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EC0"/>
                </a:solidFill>
              </a:rPr>
              <a:t>Video Detection Flow:
Upload Video (.mp4 / .webm / .mov)
         ↓
OpenCV reads video → sample every N frames
         ↓
BGR → RGB → Resize 224×224 → Normalise /255
         ↓
MobileNetV2 Inference → [fresh_prob, rotten_prob]
         ↓
argmax → is_fresh flag → freshness_score
         ↓
Aggregate: fresh_count, rotten_count, overall_%
         ↓
Return JSON → Display in VideoAnalyzer 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UI Screen — Home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Dark glassmorphism theme with animated particle background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Hero section: animated gradient headline + CTA button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Stat counters: 99.41% accuracy, 29K images, 2 classes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Feature cards: Detect, Camera, Video, 360° support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Responsive design — works on desktop and mobile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UI Screen — Detect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Drag-and-drop zone with animated border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Image preview before analysis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Sends image to /predict endpoint via FormData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Result card: freshness status, confidence %, score bar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Quality grade badge (A–F) with color coding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Recommendation text (safe to eat / discard immediately)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UI Screen — Camera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Live HD webcam feed with CSS rotation transform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🎯 Auto-capture button — motion detection mode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Live motion level bar (green = stable, red = moving)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360° rotation slider + preset angle buttons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Zoom slider (0.5× – 3×) with live display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Live mode: continuous analysis every 1.5 seconds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Real-time overlay: FRESH/ROTTEN status on video feed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UI Screen — Video Analyzer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Drag-and-drop video upload (MP4/WebM/MOV/AVI/OGG)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Video preview player before analysis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Two-phase analysis with animated progress bar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Quality panel: metric pills for sharpness, brightness, stability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Detection panel: fresh/rotten frame counts + overall % stat boxes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Detected items list: icon, name, count, grade badge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UI — Navigation &amp; Design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Sticky navbar with glassmorphism blur on scroll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Pages: Home | Detect | Camera | Video | About | Contact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Active NavLink highlighting with animated underline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Mobile hamburger menu with smooth transition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Color system: #667eea (primary), #00e676 (fresh), #ff1744 (rotten)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Font: Outfit + Inter (Google Fonts)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All pages fully responsive (mobile-first design)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Results — Model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Phase 1 (frozen base, 13 epochs): Training 97.01% | Val 93.71%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Phase 2 (fine-tuned, 9 epochs): Training 99.41% | Val 95.15%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EarlyStopping: automatically restored best weights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ReduceLROnPlateau: LR reduced 1e-3 → 5e-4 → 2.5e-4 → 1e-4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Dataset: 23,103 train / 5,774 validation images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Loss function: Categorical Cross-Entropy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Optimizer: Adam with learning rate scheduling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Results — Sample Predictions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Fresh Apple:   Confidence 96.4%, Grade A, Score 96%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Rotten Banana: Confidence 98.2%, Grade F, Score 1.8%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Fresh Tomato:  Confidence 94.1%, Grade A, Score 94%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Rotten Mango:  Confidence 97.8%, Grade F, Score 2.2%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Uncertain case: Confidence &lt; 60% → shown as 'Uncertain'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Video: 18/20 frames fresh → 90% overall freshness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Results — Video Analysis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Quality: Good | Score: 3/3 (all metrics passed)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Sharpness: 142.6 (threshold &gt; 80) ✅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Brightness: 118.4 (range 40–220) ✅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Stability: 12.3 inter-frame diff (&lt; 30) ✅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20 frames analyzed in &lt; 15 seconds on CPU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Fresh frames: 16 | Rotten frames: 4 | Overall: 80% fresh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Advantages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✅ 95.15% validation accuracy on 29,000 image dataset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✅ Three input modalities in a single web platform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✅ No specialised hardware — works with any webcam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✅ Motion auto-capture eliminates blurry/misaligned shots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✅ Real-time predictions in &lt; 2 seconds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✅ 360° rotation + zoom for complete produce scanning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Advantages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✅ Objective video quality scoring (replaces subjective assessment)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✅ Quality grades A–F + freshness score % for clear communication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✅ Actionable recommendations ('Safe to eat' / 'Discard now')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✅ Premium glassmorphism UI for professional presentation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✅ Scalable REST API — supports multiple concurrent users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✅ Open-source stack — zero proprietary licensing costs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✅ Helps reduce food waste through early spoilage detection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🛒  Retail &amp; Supermarkets — automated receiving dock QC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🚛  Cold Chain Logistics — freshness monitoring during transport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🏠  Home Use — quick check before cooking or purchasing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🍽️  Restaurants &amp; Catering — efficient ingredient screening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🔬  Agricultural Research — produce decay rate studies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🧑‍🤝‍🧑  Food Banks &amp; NGOs — prioritise near-expiry donations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❄️  Smart Refrigerators — IoT freshness alerts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🎓  Education — demonstrating CV and ML in academic settings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Binary only: cannot identify specific produce species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Performance drops on very dark or blurry input images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CPU inference slow for long videos (2–3s per frame)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No bounding box detection — frame-level classification only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Dataset underrepresentation may affect uncommon produce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Requires active backend server — not fully standalone/offline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🔍  YOLO integration for bounding-box object detection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🌸  Multi-class model: identify specific produce types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📱  React Native mobile app with on-device inference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⚡  GPU deployment for sub-200ms video processing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🗄️  MySQL database for prediction history &amp; analytics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🌐  Multi-language UI support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🔗  Blockchain traceability for supply chain use cases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❄️  IoT integration with smart fridge sensors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67EEA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0972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FreshCheck achieves 95.15% validation accuracy on ~29K images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Successfully integrates image, camera, and video analysis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Motion auto-capture is a novel UX innovation for this domain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Premium UI makes the system accessible and professional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Demonstrates the power of transfer learning + modern web tech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A0AEC0"/>
                </a:solidFill>
              </a:rPr>
              <a:t>  •  Practical solution for real-world food safety challenges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  •  Strong foundation for future IoT and retail integrations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EC0"/>
                </a:solidFill>
              </a:rPr>
              <a:t>Questions &amp; Discussion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EC0"/>
                </a:solidFill>
              </a:rPr>
              <a:t>FreshCheck AI System  |  March 18,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EC0"/>
                </a:solidFill>
              </a:rPr>
              <a:t>FreshCheck AI | Fruits &amp; Vegetables Freshness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